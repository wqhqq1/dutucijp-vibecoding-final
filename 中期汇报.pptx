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8024a4ddcb4042" /><Relationship Type="http://schemas.openxmlformats.org/officeDocument/2006/relationships/extended-properties" Target="/docProps/app.xml" Id="R364828b2c6de491c" /><Relationship Type="http://schemas.openxmlformats.org/officeDocument/2006/relationships/officeDocument" Target="/ppt/presentation.xml" Id="R59fa462592324e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8c210857784cd3"/>
  </p:sldMasterIdLst>
  <p:notesMasterIdLst>
    <p:notesMasterId xmlns:r="http://schemas.openxmlformats.org/officeDocument/2006/relationships" r:id="Rc71871b77c844b6a"/>
  </p:notesMasterIdLst>
  <p:sldIdLst>
    <p:sldId xmlns:r="http://schemas.openxmlformats.org/officeDocument/2006/relationships" id="256" r:id="R512271a754d04f94"/>
    <p:sldId xmlns:r="http://schemas.openxmlformats.org/officeDocument/2006/relationships" id="257" r:id="R124bc108c4224a6d"/>
    <p:sldId xmlns:r="http://schemas.openxmlformats.org/officeDocument/2006/relationships" id="258" r:id="R60e6543ee1344d83"/>
    <p:sldId xmlns:r="http://schemas.openxmlformats.org/officeDocument/2006/relationships" id="259" r:id="R32e0710ae07d4be3"/>
    <p:sldId xmlns:r="http://schemas.openxmlformats.org/officeDocument/2006/relationships" id="260" r:id="R0ae5dbabb0224481"/>
    <p:sldId xmlns:r="http://schemas.openxmlformats.org/officeDocument/2006/relationships" id="261" r:id="Raba5bce709054a05"/>
    <p:sldId xmlns:r="http://schemas.openxmlformats.org/officeDocument/2006/relationships" id="262" r:id="R33df1898ecfc48fd"/>
    <p:sldId xmlns:r="http://schemas.openxmlformats.org/officeDocument/2006/relationships" id="263" r:id="Rc61282b8b7ce475c"/>
    <p:sldId xmlns:r="http://schemas.openxmlformats.org/officeDocument/2006/relationships" id="264" r:id="R64aacd831faf4eef"/>
    <p:sldId xmlns:r="http://schemas.openxmlformats.org/officeDocument/2006/relationships" id="265" r:id="R33d5ae6cd17d4d93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f7133df0ce40b2" /><Relationship Type="http://schemas.openxmlformats.org/officeDocument/2006/relationships/slideMaster" Target="/ppt/slideMasters/slideMaster1.xml" Id="R968c210857784cd3" /><Relationship Type="http://schemas.openxmlformats.org/officeDocument/2006/relationships/notesMaster" Target="/ppt/notesMasters/notesMaster1.xml" Id="Rc71871b77c844b6a" /><Relationship Type="http://schemas.openxmlformats.org/officeDocument/2006/relationships/presProps" Target="/ppt/presProps.xml" Id="Rdffda98cd21b4fc1" /><Relationship Type="http://schemas.openxmlformats.org/officeDocument/2006/relationships/viewProps" Target="/ppt/viewProps.xml" Id="Re8d1099e857b4d3d" /><Relationship Type="http://schemas.openxmlformats.org/officeDocument/2006/relationships/tableStyles" Target="/ppt/tableStyles.xml" Id="R8daa19c56dc3442a" /><Relationship Type="http://schemas.openxmlformats.org/officeDocument/2006/relationships/slide" Target="/ppt/slides/slide1.xml" Id="R512271a754d04f94" /><Relationship Type="http://schemas.openxmlformats.org/officeDocument/2006/relationships/slide" Target="/ppt/slides/slide2.xml" Id="R124bc108c4224a6d" /><Relationship Type="http://schemas.openxmlformats.org/officeDocument/2006/relationships/slide" Target="/ppt/slides/slide3.xml" Id="R60e6543ee1344d83" /><Relationship Type="http://schemas.openxmlformats.org/officeDocument/2006/relationships/slide" Target="/ppt/slides/slide4.xml" Id="R32e0710ae07d4be3" /><Relationship Type="http://schemas.openxmlformats.org/officeDocument/2006/relationships/slide" Target="/ppt/slides/slide5.xml" Id="R0ae5dbabb0224481" /><Relationship Type="http://schemas.openxmlformats.org/officeDocument/2006/relationships/slide" Target="/ppt/slides/slide6.xml" Id="Raba5bce709054a05" /><Relationship Type="http://schemas.openxmlformats.org/officeDocument/2006/relationships/slide" Target="/ppt/slides/slide7.xml" Id="R33df1898ecfc48fd" /><Relationship Type="http://schemas.openxmlformats.org/officeDocument/2006/relationships/slide" Target="/ppt/slides/slide8.xml" Id="Rc61282b8b7ce475c" /><Relationship Type="http://schemas.openxmlformats.org/officeDocument/2006/relationships/slide" Target="/ppt/slides/slide9.xml" Id="R64aacd831faf4eef" /><Relationship Type="http://schemas.openxmlformats.org/officeDocument/2006/relationships/slide" Target="/ppt/slides/slide10.xml" Id="R33d5ae6cd17d4d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d8fecf885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79bf9ecbc64000" /><Relationship Type="http://schemas.openxmlformats.org/officeDocument/2006/relationships/notesMaster" Target="/ppt/notesMasters/notesMaster1.xml" Id="R7939138eef6d44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80785c00534d58" /><Relationship Type="http://schemas.openxmlformats.org/officeDocument/2006/relationships/notesMaster" Target="/ppt/notesMasters/notesMaster1.xml" Id="R3c1676fd469b4e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422904497e4653" /><Relationship Type="http://schemas.openxmlformats.org/officeDocument/2006/relationships/notesMaster" Target="/ppt/notesMasters/notesMaster1.xml" Id="R720c160e3f1d44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d5e8a5908466e" /><Relationship Type="http://schemas.openxmlformats.org/officeDocument/2006/relationships/notesMaster" Target="/ppt/notesMasters/notesMaster1.xml" Id="Reae842f87d4546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3c3d0fb9484600" /><Relationship Type="http://schemas.openxmlformats.org/officeDocument/2006/relationships/notesMaster" Target="/ppt/notesMasters/notesMaster1.xml" Id="R3564e35e3b3644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62c004a1464d98" /><Relationship Type="http://schemas.openxmlformats.org/officeDocument/2006/relationships/notesMaster" Target="/ppt/notesMasters/notesMaster1.xml" Id="R645804cfa0214d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fe9851f4df437c" /><Relationship Type="http://schemas.openxmlformats.org/officeDocument/2006/relationships/notesMaster" Target="/ppt/notesMasters/notesMaster1.xml" Id="R4ccd43dea5ba4b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19c6e6bad24ff5" /><Relationship Type="http://schemas.openxmlformats.org/officeDocument/2006/relationships/notesMaster" Target="/ppt/notesMasters/notesMaster1.xml" Id="Rce0c57688d5746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197e526b174e42" /><Relationship Type="http://schemas.openxmlformats.org/officeDocument/2006/relationships/notesMaster" Target="/ppt/notesMasters/notesMaster1.xml" Id="Rc6cb83fa771547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07a4b622b14734" /><Relationship Type="http://schemas.openxmlformats.org/officeDocument/2006/relationships/notesMaster" Target="/ppt/notesMasters/notesMaster1.xml" Id="R0887fb9ee5f249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 · 建议 10 秒</a:t>
            </a:r>
          </a:p>
          <a:p xmlns:a="http://schemas.openxmlformats.org/drawingml/2006/main">
            <a:r>
              <a:t>老师好，我是王麒皓，题目是 VC-R-03 退货对账与差异处理系统，数据用 UCI Online Retail II。</a:t>
            </a:r>
          </a:p>
          <a:p xmlns:a="http://schemas.openxmlformats.org/drawingml/2006/main">
            <a:r>
              <a:t>备查：背景大数字 1,067,371 = 官方两张工作表的原始行数。按课程 v1.2 组织材料；已开工学生可选版本，提交索引里写明“v1.2”。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一、业务场景与用户 · 建议 25 秒</a:t>
            </a:r>
          </a:p>
          <a:p xmlns:a="http://schemas.openxmlformats.org/drawingml/2006/main">
            <a:r>
              <a:t>系统给三类人用：财务派单，仓库核查自己的差异，管理员看全局。难点是取消行没有原订单号，过去靠表格逐行筛，处理过程追不到。系统把候选、责任人、状态和结论连成一条记录，同类差异还能按建议批量复核。交易是官方事实，配对是规则推断，处理记录是课程模拟。</a:t>
            </a:r>
          </a:p>
          <a:p xmlns:a="http://schemas.openxmlformats.org/drawingml/2006/main">
            <a:r>
              <a:t>备查：右图是最新前端（ac298f6）在开发模拟预览里的财务总览，数字 137 / 96 / 18 / 23 全是模拟数据，只示意界面；不需登录、不连真实库。真实数字见第 2、6 页。“替代表格＋备注”是设计目标，没有用户访谈证据。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二、数据来源与准备 · 建议 25 秒</a:t>
            </a:r>
          </a:p>
          <a:p xmlns:a="http://schemas.openxmlformats.org/drawingml/2006/main">
            <a:r>
              <a:t>数据来自 UCI 官方，DOI 写在页上，一个 Excel 两张年度表，原件只读。8 个原始列里，Invoice 以 C 开头就是取消。全量 106 万 7 千多行，排除 2 万 8 千多行，主要是两表重叠的副本和非正价格；缺客户的行保留，但不自动配对。</a:t>
            </a:r>
          </a:p>
          <a:p xmlns:a="http://schemas.openxmlformats.org/drawingml/2006/main">
            <a:r>
              <a:t>备查：year1 = Year 2009-2010 整张表；两表日期有重叠，跨表八字段全同的按出现次数对齐，次表副本排除并链接原记录（CR-05）。243,007 是 all 中缺客户的标记行数（含销售），不是排除数。清洗版本 cr-1.0.1。取消分母不悄悄换：原始可识别取消 19,494，其中 330 行在清洗中排除，余 19,164 进入分类；无法识别单号的排除行不猜作取消。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三、项目范围与需求 · 建议 25 秒</a:t>
            </a:r>
          </a:p>
          <a:p xmlns:a="http://schemas.openxmlformats.org/drawingml/2006/main">
            <a:r>
              <a:t>需求都写成“系统应当……”。FR-01，读官方原件并记下来源和源行号；FR-05，缺身份、多候选或时间不对时不自动确认，生成写明原因的差异；FR-09 和 FR-10，派单记下操作人和时间，已有责任人就拒绝再派，批量时逐条跳过。暂时不做的是自动调账和实际退款。</a:t>
            </a:r>
          </a:p>
          <a:p xmlns:a="http://schemas.openxmlformats.org/drawingml/2006/main">
            <a:r>
              <a:t>备查：规格共 FR-01–FR-18、NR-01–NR-04；用例原计划 TC-01–48，10-18 为推荐与批量复核补 TC-49–55，编号不重排。规模数字是本项目原计划目标，不是 v1.2 统一课程下限。右图是最新前端的模拟数据：派单后版本 0→1、责任人 warehouse；真实 0:182 派单（v1→2，finance）实拍在 v12中期复核/05。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四、关键规则与决定 · 建议 25 秒</a:t>
            </a:r>
          </a:p>
          <a:p xmlns:a="http://schemas.openxmlformats.org/drawingml/2006/main">
            <a:r>
              <a:t>四条规则。R-02：客户、商品、单价、国家/地区一致，销售严格在先、余量够，才算候选。FR-06：首轮只有唯一候选才自动配；右图三条合格候选并排对比，系统不挑，留给人看。R-04：状态按序，关闭要写结论。新加的复核建议，比如整单、最近一笔，只是建议，人确认后才生效。因为没有原单号，配错代价更大。</a:t>
            </a:r>
          </a:p>
          <a:p xmlns:a="http://schemas.openxmlformats.org/drawingml/2006/main">
            <a:r>
              <a:t>备查：R-03：一条取消最多分给一条销售，累计不超原量（TC-13/14）。year1 首轮覆盖率 5,214 / 10,205 ≈ 51.09%。覆盖率只说明多少取消被自动配上，没有真值，不能叫准确率。复核建议：原始八字段完全相同的销售归一组、最早源行为代表、源行不删，组容量只算一次；最近时间并列不预选；整单和共享余量组件原子提交（TC-49–53）。0:1378 在 all 范围，10-16 只查看，未做人工确认。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五、当前方案与项目结构 · 建议 35 秒</a:t>
            </a:r>
          </a:p>
          <a:p xmlns:a="http://schemas.openxmlformats.org/drawingml/2006/main">
            <a:r>
              <a:t>结构分四层。Python 读官方 Excel，清洗成带源行号的记录；Go 和 Gin 负责首轮配对、复核建议、派单状态和权限；SQLite 保存差异、余量和审计；React 页面做总览、证据对比、批量工作台和交易检索，筛选分页都在服务端。所有账户先完成强密码和 Passkey 才能进业务页面，角色由服务端会话决定。系统只给推断和记录，不碰资金。</a:t>
            </a:r>
          </a:p>
          <a:p xmlns:a="http://schemas.openxmlformats.org/drawingml/2006/main">
            <a:r>
              <a:t>备查：技术取舍（D-04）：比较过 FastAPI、Rust、C#、Java，选 Go＋Gin＋SQLite 看重单文件部署和全量并行；没做同条件对比，不说快几倍。工程备查：截至 e2aa569 主线 68 个原生提交均以 FR 编号开头（关键：6ead220 性能与首次引导、b9d8d8d 原因筛选、bc97763 推荐批量复核、eb499f9 工作台修订、ac298f6 自动刷新建议）；实验分支 79ff9b2 未合入；快照 746a7e1 已用 bundle 恢复复现；run-app 技能由新 Codex CLI 进程显式调用、退出码 0（v12中期复核/16 图，是输出摘录的浏览器展示）。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六、当前运行结果 · 建议 35 秒</a:t>
            </a:r>
          </a:p>
          <a:p xmlns:a="http://schemas.openxmlformats.org/drawingml/2006/main">
            <a:r>
              <a:t>运行结果分两层。首轮在官方全量上：一万九千多条接纳取消，自动配上 9714 条，其余进人工核查，初始差异 9450 条。新加的复核建议，在全量的隔离副本上用合成财务账户批量复核：选 5451 条，成功 5237，跳过 214，事务失败 0，分配从 9714 增加到 14951。这是模拟复核，不是我本人审核，也不改首轮的 50.69%。右边是模拟数据界面，只看预览怎样分类。</a:t>
            </a:r>
          </a:p>
          <a:p xmlns:a="http://schemas.openxmlformats.org/drawingml/2006/main">
            <a:r>
              <a:t>备查：跳过 214 = 容量不足 139 ＋ 未明确选择 74 ＋ 整单方案未完整一致 1。关闭 1 → 5,238，审计 3 → 20,951（新增 5,237 × 4）；91 个重复组、187 个来源成员保留；初始分类与 summary 散列不变，源库 SHA 前后相同。耗时：生成 2.17 s、预览 1.05 s、提交 13.04 s；提交窗口内 4 路 300 次查询 0 失败、P95 52.3 ms，是 TC55 局部诊断，不是正式 NFR04。预览和建议都不占余量、不写业务表。单条主流程（10-16 旧实例）：0:182 派单 → 开始 → 资料不足结案，v1→v4、三条审计、无配对；year1 当时 4,988 / 0 / 3。旧实例保留在本机，未迁入新实例。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七、测试与验证 · 建议 35 秒</a:t>
            </a:r>
          </a:p>
          <a:p xmlns:a="http://schemas.openxmlformats.org/drawingml/2006/main">
            <a:r>
              <a:t>测试看表。主流程是 0:182：预期按序结案、不造配对，实际 v4 加三条审计。已派单再派，被拒，版本仍是 2；不填结论就关闭，被拒，仍是版本 3；多候选 0:1378 没有自动挑。批量这边，冲突的组整组跳过，其余照常成功，重放不重复写。最近一次统一回归 161 项 0 失败。</a:t>
            </a:r>
          </a:p>
          <a:p xmlns:a="http://schemas.openxmlformats.org/drawingml/2006/main">
            <a:r>
              <a:t>备查：161 项是 10-18 12:44 一次统一回归；之后“已关闭隐藏”修订有 131 Go＋6 前端通过、另复跑 3 项相关 Go，Python 25 项复用；跨轮去重 162 项不是一次统一回归，15:12 末次版本未测试。10-16 时为 97 项（76 Go＋15 Python＋6 前端）。这些是代理运行的自动回归，不等于本人亲跑；10-15 本人亲跑截图为当时版本的 71 Go＋13 Python。Passkey 选择登录：三角色合成 ES256 凭据的协议与 HTTP 边界通过，真实设备流程待本人验证。时间条件 TC-12 在 0:182 上可见：0:191 不严格在先，不算候选。分页边界（10-16 year1）：客户 13526 共 54 条，分 50＋4 两页、末页“下一页”禁用（11/12 图）；不存在商品返回空结果（14 图）。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八、问题与修正 · 建议 35 秒</a:t>
            </a:r>
          </a:p>
          <a:p xmlns:a="http://schemas.openxmlformats.org/drawingml/2006/main">
            <a:r>
              <a:t>一个真实问题：10 月 15 日正式测量，全量首次要 198 秒，超过 90 秒底线；后台任务时 300 次查询失败 228 次。改成来源索引分页和有界批量事务后，10 月 16 日三次最慢 72 秒，17 日收尾单次 67 秒，查询 0 失败。代价是导入控制更复杂；45 秒和 5 秒的优选没到，已停止追优。18 日推荐查询也慢过一次，改成按取消键驱动后 2 秒左右。</a:t>
            </a:r>
          </a:p>
          <a:p xmlns:a="http://schemas.openxmlformats.org/drawingml/2006/main">
            <a:r>
              <a:t>备查：图中三根柱口径相同、时点不同：10-16 三次 72.34 / 71.98 / 71.92 s 为正式三轮；10-17 的 NFR01 1.74 s、NFR02 67.34 s 是收尾单次，NFR03 5.58 s 复用同核心源码候选 3 的单次证据，不写成三轮。NFR04 十路 300 次全部落在真实后台任务窗内，整体 P95 149.04 ms；UK 类 P95 304.45 ms，未达每类 ≤ 200 ms 优选。10-16 时 P95 11.72 ms 为当时版本，两次不混比。旧失败 198.841174 s 原样保留。另一个真实问题：只读诊断曾因普通路径 mode=ro 未生效，关闭时 checkpoint 使源库物理 SHA 变化，该轮记失败；改用 file URI 并检查驱动只读后复验 SHA 一致。最新原因筛选与末次自动刷新未重测全量性能。AI 工具：开发与验证主要用 Codex，Claude Code 参与前端界面与本汇报；用途与核验方式写进报告。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九、剩余工作与计划 · 建议 30 秒</a:t>
            </a:r>
          </a:p>
          <a:p xmlns:a="http://schemas.openxmlformats.org/drawingml/2006/main">
            <a:r>
              <a:t>10 月 23 日至 11 月 6 日，计划先完善多账户、国家/地区分工和仓库申请审批，再改进人员选择、申请进度及账户安全；之后补齐差异资料核实、补充重算和新问题流转，优化重算后的页面刷新，最后完善退货和销售时间选择及精度校验。原始数据、已配对历史、权限和审计规则保持。</a:t>
            </a:r>
          </a:p>
          <a:p xmlns:a="http://schemas.openxmlformats.org/drawingml/2006/main">
            <a:r>
              <a:t>备查：七个节点依次覆盖账户管理、国家/地区分工、管理交互、账户安全、差异补充、重算提速和时间选择。批准域名后仍需配置实际 DNS、TLS 与代理；不同域名的 Passkey 分别绑定，旧入口继续兼容。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32f04b00e4d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acf930ee94cd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4309e653394e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cca59d81b4b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6f8bc3d194f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d3c6322cf4f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8057bea83e47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1f867ef8a84a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623aeabf3049e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d8eb1ad4a4d8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669d64fb0b475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720952-7AFA-4DBE-9261-A420694077D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444A8F-1E72-41E2-A310-A6E55ECA24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0488A6-5295-4F7C-AE84-154C39216F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77DEE-C533-41E7-B8B2-67BD90251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394DA5-59E4-46DA-B558-C5CF57DF8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61D0C-959F-48F6-8184-E7F5AD8E3F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449D50-7BAC-4BB8-BAB6-D76032EEE0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F3401-E814-4352-970F-2B111440E7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9AFB2D-2417-47F4-B90E-DF29CD0087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AEACEF-050E-4E64-9766-DA22CB3465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35F9B6-129F-46E4-A8F2-EAD3E5B0C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12967F-FC3C-4BB6-A249-FCB901AD81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DACFBF9-B7FA-41EF-8956-30515BBAF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DAE13A-1EC3-4B95-9EA2-8E42EF5A44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E732AD-C715-4E76-8105-3DAA2255F0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0F3754-1E61-4D43-8FDF-E409CEBE0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9051FA-B8FC-42D1-A90F-88072FC780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C666423-B476-44B9-A695-BCD4AF87B8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A2A9C93-FA3A-4397-9368-82B2A36C4D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9ED9C41-A223-4E3F-AC90-FECC0829CD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E1F24CC-87EE-4170-AEC6-89C962863A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0AB2A-07EF-454A-BFD0-A3C4606FD4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906F6D-9E34-430F-99BB-4B30E72D78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1DF7A8-97C2-4F15-965A-9CDEBF158D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B50FE3A-91B3-48CE-B3AB-F513FEB9EE1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18100C-E7B0-4F38-8040-6C76643EE85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3E3689-2168-4409-A98B-2FA3359B99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4233CF2-F481-41C3-B878-E68B52A2FE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B6A0B9-8FC4-4AC0-B514-4CA14E6F02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325F4D-5754-4214-A395-06F1BD3554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3F77DD-5A19-4398-B431-A21BFA8D8A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CB4C807-33FC-4EE5-940D-3797E0DEE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556ECE4-8E1D-4016-BE1F-04467D4950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A71C6A3-C775-473B-9208-377FE2FA79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9EDB4BD-09CC-4E6F-A412-C3B1B5F5DB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6D66F20-047A-4DE5-A480-4AF50457D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4E8A3C-BF1A-4B80-BAF7-36AE7843A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736EE4E-63F8-4E3C-9051-77BA13DAF0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EC7FD57-2844-47CC-B602-C5D983FAFA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E2B22DE-0BDB-4846-AFF7-A705B110D2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B2295F2-210A-4B40-8870-68884B092F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B430853-E7B2-49C0-8892-023B62D438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853660-6A7A-4B1B-AFEE-A4FFA2A0CA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59AF18-DF0F-4FC5-B039-1529D3B64E1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2B74FF7-2FC8-4586-B49C-B0000E40C3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C24BC58-F8DD-4F3E-9B00-6387EA0E3E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4AF74E-763E-4727-869D-8A5EC39F55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F1FDA61-B9E3-4F81-9CF0-1A3E1A6E61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F75180-6045-4D84-BA60-0C49A14E4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68A830-A3E6-4BBB-96F4-7BFF7DB645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A918CF-EA5B-4FE2-895E-5DBEA05B82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60486E-8E86-4115-A98A-CB7D08560F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A9C1CD-DEAE-4308-9950-3E18F2165B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D82BF06-9486-43AA-B2D2-76D2EA88B5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F7740-2E63-4474-AD3C-57D9A32932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B0C3B3-BB9A-4960-8C34-EEE99922E4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AFD1AA-95D4-41FC-8287-EE9ED04358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83512C-1BD5-46ED-9BF7-C324BB8C24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2bf00baaa140d9" /><Relationship Type="http://schemas.openxmlformats.org/officeDocument/2006/relationships/slideLayout" Target="/ppt/slideLayouts/slideLayout1.xml" Id="R0f98df5b136f4f38" /><Relationship Type="http://schemas.openxmlformats.org/officeDocument/2006/relationships/slideLayout" Target="/ppt/slideLayouts/slideLayout2.xml" Id="R9a84cf676aa64541" /><Relationship Type="http://schemas.openxmlformats.org/officeDocument/2006/relationships/slideLayout" Target="/ppt/slideLayouts/slideLayout3.xml" Id="R2a4a2295e2924ddf" /><Relationship Type="http://schemas.openxmlformats.org/officeDocument/2006/relationships/slideLayout" Target="/ppt/slideLayouts/slideLayout4.xml" Id="R1cdd2eeecef64aee" /><Relationship Type="http://schemas.openxmlformats.org/officeDocument/2006/relationships/slideLayout" Target="/ppt/slideLayouts/slideLayout5.xml" Id="Rcd367f085d864aa8" /><Relationship Type="http://schemas.openxmlformats.org/officeDocument/2006/relationships/slideLayout" Target="/ppt/slideLayouts/slideLayout6.xml" Id="R55166021527f4467" /><Relationship Type="http://schemas.openxmlformats.org/officeDocument/2006/relationships/slideLayout" Target="/ppt/slideLayouts/slideLayout7.xml" Id="R717d8e0f0f644491" /><Relationship Type="http://schemas.openxmlformats.org/officeDocument/2006/relationships/slideLayout" Target="/ppt/slideLayouts/slideLayout8.xml" Id="Raa8b2ecfef1c4e41" /><Relationship Type="http://schemas.openxmlformats.org/officeDocument/2006/relationships/slideLayout" Target="/ppt/slideLayouts/slideLayout9.xml" Id="R620a9cf384984a9b" /><Relationship Type="http://schemas.openxmlformats.org/officeDocument/2006/relationships/slideLayout" Target="/ppt/slideLayouts/slideLayout10.xml" Id="R131d987cf1124cd3" /><Relationship Type="http://schemas.openxmlformats.org/officeDocument/2006/relationships/slideLayout" Target="/ppt/slideLayouts/slideLayout11.xml" Id="Rba954594018944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5549F92-13AA-4229-86F9-9C6DCCABF9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A96ACA-D160-4CF3-A88F-1FE3AFB0C9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0E2871-5751-4F92-9E87-42671998F0F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4E843E-9BC7-4407-B49E-BCCDB035C87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D52439F-CC76-4DCF-BAFA-410093A1BE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98df5b136f4f38"/>
    <p:sldLayoutId xmlns:r="http://schemas.openxmlformats.org/officeDocument/2006/relationships" id="2147483650" r:id="R9a84cf676aa64541"/>
    <p:sldLayoutId xmlns:r="http://schemas.openxmlformats.org/officeDocument/2006/relationships" id="2147483651" r:id="R2a4a2295e2924ddf"/>
    <p:sldLayoutId xmlns:r="http://schemas.openxmlformats.org/officeDocument/2006/relationships" id="2147483652" r:id="R1cdd2eeecef64aee"/>
    <p:sldLayoutId xmlns:r="http://schemas.openxmlformats.org/officeDocument/2006/relationships" id="2147483653" r:id="Rcd367f085d864aa8"/>
    <p:sldLayoutId xmlns:r="http://schemas.openxmlformats.org/officeDocument/2006/relationships" id="2147483654" r:id="R55166021527f4467"/>
    <p:sldLayoutId xmlns:r="http://schemas.openxmlformats.org/officeDocument/2006/relationships" id="2147483655" r:id="R717d8e0f0f644491"/>
    <p:sldLayoutId xmlns:r="http://schemas.openxmlformats.org/officeDocument/2006/relationships" id="2147483656" r:id="Raa8b2ecfef1c4e41"/>
    <p:sldLayoutId xmlns:r="http://schemas.openxmlformats.org/officeDocument/2006/relationships" id="2147483657" r:id="R620a9cf384984a9b"/>
    <p:sldLayoutId xmlns:r="http://schemas.openxmlformats.org/officeDocument/2006/relationships" id="2147483658" r:id="R131d987cf1124cd3"/>
    <p:sldLayoutId xmlns:r="http://schemas.openxmlformats.org/officeDocument/2006/relationships" id="2147483659" r:id="Rba954594018944c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713ebe9e524d81" /><Relationship Type="http://schemas.openxmlformats.org/officeDocument/2006/relationships/image" Target="/ppt/media/image.png" Id="R1af1abbe1c914b60" /><Relationship Type="http://schemas.openxmlformats.org/officeDocument/2006/relationships/notesSlide" Target="/ppt/notesSlides/notesSlide1.xml" Id="R6e1a6ba34e244b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e5f7e0d77f4223" /><Relationship Type="http://schemas.openxmlformats.org/officeDocument/2006/relationships/image" Target="/ppt/media/image2.png" Id="R3548cde7b2824849" /><Relationship Type="http://schemas.openxmlformats.org/officeDocument/2006/relationships/notesSlide" Target="/ppt/notesSlides/notesSlide2.xml" Id="R5a944c089f9047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d7b921432442ad" /><Relationship Type="http://schemas.openxmlformats.org/officeDocument/2006/relationships/image" Target="/ppt/media/image3.png" Id="Rf0d595be2cc84665" /><Relationship Type="http://schemas.openxmlformats.org/officeDocument/2006/relationships/notesSlide" Target="/ppt/notesSlides/notesSlide3.xml" Id="Rf5c9c6167c4d4e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09ecece3ce4a4f" /><Relationship Type="http://schemas.openxmlformats.org/officeDocument/2006/relationships/image" Target="/ppt/media/image4.png" Id="Rf056894046ce41bb" /><Relationship Type="http://schemas.openxmlformats.org/officeDocument/2006/relationships/notesSlide" Target="/ppt/notesSlides/notesSlide4.xml" Id="R6ecf6a9d8c9343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e20a657c464a89" /><Relationship Type="http://schemas.openxmlformats.org/officeDocument/2006/relationships/image" Target="/ppt/media/image5.png" Id="R632e4cf2a505473e" /><Relationship Type="http://schemas.openxmlformats.org/officeDocument/2006/relationships/notesSlide" Target="/ppt/notesSlides/notesSlide5.xml" Id="R313be93936be4b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c16379609c4ef0" /><Relationship Type="http://schemas.openxmlformats.org/officeDocument/2006/relationships/image" Target="/ppt/media/image6.png" Id="R91224bf4f52d406f" /><Relationship Type="http://schemas.openxmlformats.org/officeDocument/2006/relationships/notesSlide" Target="/ppt/notesSlides/notesSlide6.xml" Id="Rf1f1247da0b146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5047de0854575" /><Relationship Type="http://schemas.openxmlformats.org/officeDocument/2006/relationships/image" Target="/ppt/media/image7.png" Id="Rbcc728f7c50f4836" /><Relationship Type="http://schemas.openxmlformats.org/officeDocument/2006/relationships/notesSlide" Target="/ppt/notesSlides/notesSlide7.xml" Id="Rf61e949bfa3244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8bc1a2580446be" /><Relationship Type="http://schemas.openxmlformats.org/officeDocument/2006/relationships/image" Target="/ppt/media/image8.png" Id="Rfdc338c58d1a4bc2" /><Relationship Type="http://schemas.openxmlformats.org/officeDocument/2006/relationships/notesSlide" Target="/ppt/notesSlides/notesSlide8.xml" Id="R624ec1c1ada146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484450bc264622" /><Relationship Type="http://schemas.openxmlformats.org/officeDocument/2006/relationships/image" Target="/ppt/media/image9.png" Id="R22e94682c7e447fe" /><Relationship Type="http://schemas.openxmlformats.org/officeDocument/2006/relationships/notesSlide" Target="/ppt/notesSlides/notesSlide9.xml" Id="R4b8b6d11281a48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df5f59e9146ca" /><Relationship Type="http://schemas.openxmlformats.org/officeDocument/2006/relationships/image" Target="/ppt/media/image10.png" Id="R5f2ba959ba104168" /><Relationship Type="http://schemas.openxmlformats.org/officeDocument/2006/relationships/notesSlide" Target="/ppt/notesSlides/notesSlide10.xml" Id="R8fc35af190b04f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0B6D4FF-63E2-40C0-9941-81CF0CAF32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1abbe1c91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438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ECE27A5-FA82-400E-848F-B9F32E5B52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8cde7b28248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3438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391B1E4-C45B-405F-86B2-73160A0E88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d595be2cc8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7217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48C0A27-5A94-483F-AFA0-F9E526F9F5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6894046ce41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111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78604D2-31F7-4B60-A9BD-C963D080C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e4cf2a50547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942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6A59C03-39B4-4483-AD90-DAB9B321DB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24bf4f52d40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810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EE66463-A3F4-46C3-81B3-03E6AEA2E2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728f7c50f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517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4B659A8-1EA1-4382-986C-3856F600F7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338c58d1a4b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7495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383F23A-6F13-4802-9267-5164EDC0DE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94682c7e447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307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FF50172-2678-46CE-906C-F266E7069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ba959ba1041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4635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2026-10-25T01:31:07.0230000Z</dcterms:created>
  <dcterms:modified xsi:type="dcterms:W3CDTF">2026-10-25T01:31:07.0230000Z</dcterms:modified>
</coreProperties>
</file>