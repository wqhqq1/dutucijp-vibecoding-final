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封面 · 建议 10 秒</a:t>
            </a:r>
          </a:p>
          <a:p>
            <a:r>
              <a:t>老师好，我是王麒皓，题目是 VC-R-03 退货对账与差异处理系统，数据用 UCI Online Retail II。</a:t>
            </a:r>
          </a:p>
          <a:p>
            <a:r>
              <a:t>备查：背景大数字 1,067,371 = 官方两张工作表的原始行数。按课程 v1.2 组织材料；已开工学生可选版本，提交索引里写明“v1.2”。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一、业务场景与用户 · 建议 25 秒</a:t>
            </a:r>
          </a:p>
          <a:p>
            <a:r>
              <a:t>系统给三类人用：财务派单，仓库核查自己的差异，管理员看全局。难点是取消行没有原订单号，过去靠表格逐行筛，处理过程追不到。系统把候选、责任人、状态和结论连成一条记录，同类差异还能按建议批量复核。交易是官方事实，配对是规则推断，处理记录是课程模拟。</a:t>
            </a:r>
          </a:p>
          <a:p>
            <a:r>
              <a:t>备查：右图是最新前端（ac298f6）在开发模拟预览里的财务总览，数字 137 / 96 / 18 / 23 全是模拟数据，只示意界面；不需登录、不连真实库。真实数字见第 2、6 页。“替代表格＋备注”是设计目标，没有用户访谈证据。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二、数据来源与准备 · 建议 25 秒</a:t>
            </a:r>
          </a:p>
          <a:p>
            <a:r>
              <a:t>数据来自 UCI 官方，DOI 写在页上，一个 Excel 两张年度表，原件只读。8 个原始列里，Invoice 以 C 开头就是取消。全量 106 万 7 千多行，排除 2 万 8 千多行，主要是两表重叠的副本和非正价格；缺客户的行保留，但不自动配对。</a:t>
            </a:r>
          </a:p>
          <a:p>
            <a:r>
              <a:t>备查：year1 = Year 2009-2010 整张表；两表日期有重叠，跨表八字段全同的按出现次数对齐，次表副本排除并链接原记录（CR-05）。243,007 是 all 中缺客户的标记行数（含销售），不是排除数。清洗版本 cr-1.0.1。取消分母不悄悄换：原始可识别取消 19,494，其中 330 行在清洗中排除，余 19,164 进入分类；无法识别单号的排除行不猜作取消。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三、项目范围与需求 · 建议 25 秒</a:t>
            </a:r>
          </a:p>
          <a:p>
            <a:r>
              <a:t>需求都写成“系统应当……”。FR-01，读官方原件并记下来源和源行号；FR-05，缺身份、多候选或时间不对时不自动确认，生成写明原因的差异；FR-09 和 FR-10，派单记下操作人和时间，已有责任人就拒绝再派，批量时逐条跳过。暂时不做的是自动调账和实际退款。</a:t>
            </a:r>
          </a:p>
          <a:p>
            <a:r>
              <a:t>备查：规格共 FR-01–FR-18、NR-01–NR-04；用例原计划 TC-01–48，10-18 为推荐与批量复核补 TC-49–55，编号不重排。规模数字是本项目原计划目标，不是 v1.2 统一课程下限。右图是最新前端的模拟数据：派单后版本 0→1、责任人 warehouse；真实 0:182 派单（v1→2，finance）实拍在 v12中期复核/05。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四、关键规则与决定 · 建议 25 秒</a:t>
            </a:r>
          </a:p>
          <a:p>
            <a:r>
              <a:t>四条规则。R-02：客户、商品、单价、国家一致，销售严格在先、余量够，才算候选。FR-06：首轮只有唯一候选才自动配；右图三条合格候选并排对比，系统不挑，留给人看。R-04：状态按序，关闭要写结论。新加的复核建议，比如整单、最近一笔，只是建议，人确认后才生效。因为没有原单号，配错代价更大。</a:t>
            </a:r>
          </a:p>
          <a:p>
            <a:r>
              <a:t>备查：R-03：一条取消最多分给一条销售，累计不超原量（TC-13/14）。year1 首轮覆盖率 5,214 / 10,205 ≈ 51.09%。覆盖率只说明多少取消被自动配上，没有真值，不能叫准确率。复核建议：原始八字段完全相同的销售归一组、最早源行为代表、源行不删，组容量只算一次；最近时间并列不预选；整单和共享余量组件原子提交（TC-49–53）。0:1378 在 all 范围，10-16 只查看，未做人工确认。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五、当前方案与项目结构 · 建议 35 秒</a:t>
            </a:r>
          </a:p>
          <a:p>
            <a:r>
              <a:t>结构分四层。Python 读官方 Excel，清洗成带源行号的记录；Go 和 Gin 负责首轮配对、复核建议、派单状态和权限；SQLite 保存差异、余量和审计；React 页面做总览、证据对比、批量工作台和交易检索，筛选分页都在服务端。所有账户先完成强密码和 Passkey 才能进业务页面，角色由服务端会话决定。系统只给推断和记录，不碰资金。</a:t>
            </a:r>
          </a:p>
          <a:p>
            <a:r>
              <a:t>备查：技术取舍（D-04）：比较过 FastAPI、Rust、C#、Java，选 Go＋Gin＋SQLite 看重单文件部署和全量并行；没做同条件对比，不说快几倍。工程备查：截至 e2aa569 主线 68 个原生提交均以 FR 编号开头（关键：6ead220 性能与首次引导、b9d8d8d 原因筛选、bc97763 推荐批量复核、eb499f9 工作台修订、ac298f6 自动刷新建议）；实验分支 79ff9b2 未合入；快照 746a7e1 已用 bundle 恢复复现；run-app 技能由新 Codex CLI 进程显式调用、退出码 0（v12中期复核/16 图，是输出摘录的浏览器展示）。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六、当前运行结果 · 建议 35 秒</a:t>
            </a:r>
          </a:p>
          <a:p>
            <a:r>
              <a:t>运行结果分两层。首轮在官方全量上：一万九千多条接纳取消，自动配上 9714 条，其余进人工核查，初始差异 9450 条。新加的复核建议，在全量的隔离副本上用合成财务账户批量复核：选 5451 条，成功 5237，跳过 214，事务失败 0，分配从 9714 增加到 14951。这是模拟复核，不是我本人审核，也不改首轮的 50.69%。右边是模拟数据界面，只看预览怎样分类。</a:t>
            </a:r>
          </a:p>
          <a:p>
            <a:r>
              <a:t>备查：跳过 214 = 容量不足 139 ＋ 未明确选择 74 ＋ 整单方案未完整一致 1。关闭 1 → 5,238，审计 3 → 20,951（新增 5,237 × 4）；91 个重复组、187 个来源成员保留；初始分类与 summary 散列不变，源库 SHA 前后相同。耗时：生成 2.17 s、预览 1.05 s、提交 13.04 s；提交窗口内 4 路 300 次查询 0 失败、P95 52.3 ms，是 TC55 局部诊断，不是正式 NFR04。预览和建议都不占余量、不写业务表。单条主流程（10-16 旧实例）：0:182 派单 → 开始 → 资料不足结案，v1→v4、三条审计、无配对；year1 当时 4,988 / 0 / 3。旧实例保留在本机，未迁入新实例。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七、测试与验证 · 建议 35 秒</a:t>
            </a:r>
          </a:p>
          <a:p>
            <a:r>
              <a:t>测试看表。主流程是 0:182：预期按序结案、不造配对，实际 v4 加三条审计。已派单再派，被拒，版本仍是 2；不填结论就关闭，被拒，仍是版本 3；多候选 0:1378 没有自动挑。批量这边，冲突的组整组跳过，其余照常成功，重放不重复写。最近一次统一回归 161 项 0 失败。</a:t>
            </a:r>
          </a:p>
          <a:p>
            <a:r>
              <a:t>备查：161 项是 10-18 12:44 一次统一回归；之后“已关闭隐藏”修订有 131 Go＋6 前端通过、另复跑 3 项相关 Go，Python 25 项复用；跨轮去重 162 项不是一次统一回归，15:12 末次版本未测试。10-16 时为 97 项（76 Go＋15 Python＋6 前端）。这些是代理运行的自动回归，不等于本人亲跑；10-15 本人亲跑截图为当时版本的 71 Go＋13 Python。Passkey 选择登录：三角色合成 ES256 凭据的协议与 HTTP 边界通过，真实设备流程待本人验证。时间条件 TC-12 在 0:182 上可见：0:191 不严格在先，不算候选。分页边界（10-16 year1）：客户 13526 共 54 条，分 50＋4 两页、末页“下一页”禁用（11/12 图）；不存在商品返回空结果（14 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八、问题与修正 · 建议 35 秒</a:t>
            </a:r>
          </a:p>
          <a:p>
            <a:r>
              <a:t>一个真实问题：10 月 15 日正式测量，全量首次要 198 秒，超过 90 秒底线；后台任务时 300 次查询失败 228 次。改成来源索引分页和有界批量事务后，10 月 16 日三次最慢 72 秒，17 日收尾单次 67 秒，查询 0 失败。代价是导入控制更复杂；45 秒和 5 秒的优选没到，已停止追优。18 日推荐查询也慢过一次，改成按取消键驱动后 2 秒左右。</a:t>
            </a:r>
          </a:p>
          <a:p>
            <a:r>
              <a:t>备查：图中三根柱口径相同、时点不同：10-16 三次 72.34 / 71.98 / 71.92 s 为正式三轮；10-17 的 NFR01 1.74 s、NFR02 67.34 s 是收尾单次，NFR03 5.58 s 复用同核心源码候选 3 的单次证据，不写成三轮。NFR04 十路 300 次全部落在真实后台任务窗内，整体 P95 149.04 ms；UK 类 P95 304.45 ms，未达每类 ≤ 200 ms 优选。10-16 时 P95 11.72 ms 为当时版本，两次不混比。旧失败 198.841174 s 原样保留。另一个真实问题：只读诊断曾因普通路径 mode=ro 未生效，关闭时 checkpoint 使源库物理 SHA 变化，该轮记失败；改用 file URI 并检查驱动只读后复验 SHA 一致。最新原因筛选与末次自动刷新未重测全量性能。AI 工具：开发与验证主要用 Codex，Claude Code 参与前端界面与本汇报；用途与核验方式写进报告。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九、剩余工作与计划 · 建议 30 秒</a:t>
            </a:r>
          </a:p>
          <a:p>
            <a:r>
              <a:t>10 月 23 日至 11 月 6 日，计划先完善多账户、国家分工和仓库申请审批，再改进人员选择、申请进度及账户安全；之后补齐差异资料核实、补充重算和新问题流转，优化重算后的页面刷新，最后完善退货和销售时间选择及精度校验。原始数据、已配对历史、权限和审计规则保持。</a:t>
            </a:r>
          </a:p>
          <a:p>
            <a:r>
              <a:t>备查：七个节点依次覆盖账户管理、国家分工、管理交互、账户安全、差异补充、重算提速和时间选择。批准域名后仍需配置实际 DNS、TLS 与代理；不同域名的 Passkey 分别绑定，旧入口继续兼容。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中期汇报（v1.2）· 退货对账与差异处理系统 · 静态备份</dc:title>
  <dc:subject/>
  <dc:creator>王麒皓 20251101030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