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584edfaa214bc4" /><Relationship Type="http://schemas.openxmlformats.org/officeDocument/2006/relationships/extended-properties" Target="/docProps/app.xml" Id="R7d6c360d5c094fa5" /><Relationship Type="http://schemas.openxmlformats.org/officeDocument/2006/relationships/officeDocument" Target="/ppt/presentation.xml" Id="Ra4f89493b00342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ffb1a3c4a8443c"/>
  </p:sldMasterIdLst>
  <p:notesMasterIdLst>
    <p:notesMasterId xmlns:r="http://schemas.openxmlformats.org/officeDocument/2006/relationships" r:id="R91fd165691964dac"/>
  </p:notesMasterIdLst>
  <p:sldIdLst>
    <p:sldId xmlns:r="http://schemas.openxmlformats.org/officeDocument/2006/relationships" id="256" r:id="Rafe5370e61724339"/>
    <p:sldId xmlns:r="http://schemas.openxmlformats.org/officeDocument/2006/relationships" id="257" r:id="Rad39c8ba111c4724"/>
    <p:sldId xmlns:r="http://schemas.openxmlformats.org/officeDocument/2006/relationships" id="258" r:id="R4a63b9f352dd4ad4"/>
    <p:sldId xmlns:r="http://schemas.openxmlformats.org/officeDocument/2006/relationships" id="259" r:id="Rdca2cbe0cd7644b4"/>
    <p:sldId xmlns:r="http://schemas.openxmlformats.org/officeDocument/2006/relationships" id="260" r:id="R84cb354304c84093"/>
    <p:sldId xmlns:r="http://schemas.openxmlformats.org/officeDocument/2006/relationships" id="261" r:id="R756d173da8904421"/>
    <p:sldId xmlns:r="http://schemas.openxmlformats.org/officeDocument/2006/relationships" id="262" r:id="R31ad2c6a9de54e4a"/>
    <p:sldId xmlns:r="http://schemas.openxmlformats.org/officeDocument/2006/relationships" id="263" r:id="Ra1b61ecdcb0d4ee8"/>
    <p:sldId xmlns:r="http://schemas.openxmlformats.org/officeDocument/2006/relationships" id="264" r:id="R65f68fa935fe40f3"/>
    <p:sldId xmlns:r="http://schemas.openxmlformats.org/officeDocument/2006/relationships" id="265" r:id="Rbbcc9ac4918a41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8bd3d0efed4ba0" /><Relationship Type="http://schemas.openxmlformats.org/officeDocument/2006/relationships/slideMaster" Target="/ppt/slideMasters/slideMaster1.xml" Id="R0cffb1a3c4a8443c" /><Relationship Type="http://schemas.openxmlformats.org/officeDocument/2006/relationships/notesMaster" Target="/ppt/notesMasters/notesMaster1.xml" Id="R91fd165691964dac" /><Relationship Type="http://schemas.openxmlformats.org/officeDocument/2006/relationships/presProps" Target="/ppt/presProps.xml" Id="R3f275c03607b4a34" /><Relationship Type="http://schemas.openxmlformats.org/officeDocument/2006/relationships/tableStyles" Target="/ppt/tableStyles.xml" Id="Ra977594c48824f18" /><Relationship Type="http://schemas.openxmlformats.org/officeDocument/2006/relationships/slide" Target="/ppt/slides/slide1.xml" Id="Rafe5370e61724339" /><Relationship Type="http://schemas.openxmlformats.org/officeDocument/2006/relationships/slide" Target="/ppt/slides/slide2.xml" Id="Rad39c8ba111c4724" /><Relationship Type="http://schemas.openxmlformats.org/officeDocument/2006/relationships/slide" Target="/ppt/slides/slide3.xml" Id="R4a63b9f352dd4ad4" /><Relationship Type="http://schemas.openxmlformats.org/officeDocument/2006/relationships/slide" Target="/ppt/slides/slide4.xml" Id="Rdca2cbe0cd7644b4" /><Relationship Type="http://schemas.openxmlformats.org/officeDocument/2006/relationships/slide" Target="/ppt/slides/slide5.xml" Id="R84cb354304c84093" /><Relationship Type="http://schemas.openxmlformats.org/officeDocument/2006/relationships/slide" Target="/ppt/slides/slide6.xml" Id="R756d173da8904421" /><Relationship Type="http://schemas.openxmlformats.org/officeDocument/2006/relationships/slide" Target="/ppt/slides/slide7.xml" Id="R31ad2c6a9de54e4a" /><Relationship Type="http://schemas.openxmlformats.org/officeDocument/2006/relationships/slide" Target="/ppt/slides/slide8.xml" Id="Ra1b61ecdcb0d4ee8" /><Relationship Type="http://schemas.openxmlformats.org/officeDocument/2006/relationships/slide" Target="/ppt/slides/slide9.xml" Id="R65f68fa935fe40f3" /><Relationship Type="http://schemas.openxmlformats.org/officeDocument/2006/relationships/slide" Target="/ppt/slides/slide10.xml" Id="Rbbcc9ac4918a41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33a8e839b44b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bf53a1e03e4c76" /><Relationship Type="http://schemas.openxmlformats.org/officeDocument/2006/relationships/notesMaster" Target="/ppt/notesMasters/notesMaster1.xml" Id="R6055c1be869f4c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31f85956054f10" /><Relationship Type="http://schemas.openxmlformats.org/officeDocument/2006/relationships/notesMaster" Target="/ppt/notesMasters/notesMaster1.xml" Id="R207bb29290cf4e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17f15e4e20470d" /><Relationship Type="http://schemas.openxmlformats.org/officeDocument/2006/relationships/notesMaster" Target="/ppt/notesMasters/notesMaster1.xml" Id="Rc276d29ab33e4b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9b8fe425f849b5" /><Relationship Type="http://schemas.openxmlformats.org/officeDocument/2006/relationships/notesMaster" Target="/ppt/notesMasters/notesMaster1.xml" Id="R8f7c2c7a0b774e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21b5eb7f21454b" /><Relationship Type="http://schemas.openxmlformats.org/officeDocument/2006/relationships/notesMaster" Target="/ppt/notesMasters/notesMaster1.xml" Id="R154f20aaf6f744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71aaf502384d70" /><Relationship Type="http://schemas.openxmlformats.org/officeDocument/2006/relationships/notesMaster" Target="/ppt/notesMasters/notesMaster1.xml" Id="R7ad077e2d0d643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e1ea28e1e64a23" /><Relationship Type="http://schemas.openxmlformats.org/officeDocument/2006/relationships/notesMaster" Target="/ppt/notesMasters/notesMaster1.xml" Id="R14f0a913e7fa40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7e146c81774abf" /><Relationship Type="http://schemas.openxmlformats.org/officeDocument/2006/relationships/notesMaster" Target="/ppt/notesMasters/notesMaster1.xml" Id="Re5b8bf30f00344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49109fc5c8446f" /><Relationship Type="http://schemas.openxmlformats.org/officeDocument/2006/relationships/notesMaster" Target="/ppt/notesMasters/notesMaster1.xml" Id="R6b5e4ca9863544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afa4aa318ac4ac7" /><Relationship Type="http://schemas.openxmlformats.org/officeDocument/2006/relationships/notesMaster" Target="/ppt/notesMasters/notesMaster1.xml" Id="R5997a7a185484c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老师好，我是王麒皓。我的项目是退货对账与差异处理系统，使用UCI两年度全量数据，已形成网页和Windows客户端的共同业务入口。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VC-R-03；课程v1.2。数据原始1,067,371行；本人借助工具完成规则、数据、流程与界面审核。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一、业务场景与用户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财务负责派单和复核，仓库处理自己范围内的问题，管理员维护账户与权限。取消交易没有原单关联号，所以系统要把候选证据、处理人、结论和历史连起来。官方交易是事实，配对是规则推断；系统不进行资金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右图为历史网页模拟界面，仅示意布局。最终软件支持多财务、多仓库及国家/地区范围；完整需求见要做什么.md。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二、数据来源与准备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数据来自 UCI 官方，DOI 写在页上，一个 Excel 两张年度表，原件只读。8 个原始列里，Invoice 以 C 开头就是取消。全量 106 万 7 千多行，排除 2 万 8 千多行，主要是两表重叠的副本和非正价格；缺客户的行保留，但不自动配对。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year1 = Year 2009-2010 整张表；两表日期有重叠，跨表八字段全同的按出现次数对齐，次表副本排除并链接原记录（CR-05）。243,007 是 all 中缺客户的标记行数（含销售），不是排除数。清洗版本 cr-1.0.1。取消分母不悄悄换：原始可识别取消 19,494，其中 330 行在清洗中排除，余 19,164 进入分类；无法识别单号的排除行不猜作取消。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三、最终功能与客户端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中期基础上，我补入三个方面。FR-19支持多账户、国家地区分工和开户审批；FR-20在资料不足时先核实补充再重新计算，并保留历史；FR-21提供Windows原生客户端，与网页共用后端权限和业务规则。右图展示最新账户管理界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图来自2026-10-25隔离WinUI验证；fixture账户与数字是验证数据。最新209 Go、11前端、38客户端和18隔离UI场景均有记录。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四、关键规则与决定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键决定仍然保守：同客户、商品、精确单价和国家地区，销售严格在先且余额足够；首轮只有唯一候选才自动接受。买十退四剩六，不能超退。整单和最近一笔只是人工复核建议。现在资料未解决必须补充重核，不能只写一段结论就结束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FR-20扩展旧关闭规则。建议review-1.0.0与首轮conservative-1.0.0分开；重复销售组只计一次容量，冲突组原子跳过。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五、共用后端与双端结构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数据由Python准备，Go和Gin负责规则、权限及事务，SQLite保存数据和历史。网页使用React，Windows使用WinUI 3，两端共用同一套API，避免重复实现配对和权限。比较过FastAPI等方案，最终沿用Go架构，没有用缩小数据或降低认证来换速度。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API为60路径、64操作、48组件模型。WinUI采用.NET 9；客户端不自行启动Go服务。FastAPI、Rust、Java和C#后端未做同机完整横评。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六、全量运行与复核结果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全量原始106万7千多行，接纳取消19164条，首轮自动配对9714条，初始差异9450条，覆盖率50.69%。我在隔离全量副本完成批量复核，选择5451条、成功5237条、跳过214条，没有事务失败；复核不改首轮统计。覆盖率没有真实关联标签支持，不能叫准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E02/E06：10-18批量分配9714→14951，重放无新增。后续实例9715或14969各按自身快照解释；不把不同运行阶段拼成一组最终数据。右图为模拟界面。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七、测试与核验结果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测试覆盖主流程和反例：已有责任人拒绝重复派单，空结论被拒，多候选不自动选，数量和权限边界有检查。补充重核验证历史保留。客户端在官方106万行上核对深页和CSV。最新回归是209项Go、11项前端、38项客户端，另外18项界面场景，分别统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E编号见最终报告第十一节。0:182为10-16旧版本实录，最新FR-20未解决先补充重核；组件、UI、复用批次不累加成一次总数。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八、问题与修正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真实问题是首次全量过慢和后台查询失败。通过索引分页、有界事务及读写路径调整，首次从198.84秒降到收尾67.34秒，后台查询零失败。补充重核后来又出现全量复制成本，改用稀疏覆盖和双索引，三次页面完成约两秒多。代价是实现更复杂，45秒首次和5秒重算优选仍未达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历史NFR计时边界与新FR-20页面耗时分开。FR-20最终深页1.544s、国家/地区排序筛选3.207s、推荐9.540s；本轮材料制作未重新跑性能。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九、交付与已知限制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交付包包含软件、最终报告、汇报、源码、测试证据及完整历史，从提交索引进入。先启动Go后端，再打开网页或Windows客户端；首次准备要联网，各账户完成强密码和第二因素。限制也保留：没有真实原单标签，部分查询较慢，完整原生业务和设备矩阵还有补充空间。我用Codex和Claude辅助开发与材料制作，并按来源、规则和实际结果完成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已完成审核与验证统一计入本人记录。运行目录后端251文件、客户端511文件，另各有清单；不包含作者业务库、认证秘密或官方原件。课堂预演与发送按实际发生后记录。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fbe0567f71415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f36a9aa15949a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c931a7745a42f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877376659d4c9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fb9c01ca8a42d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12f24c419948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E9AB4F-1605-48EF-BEAB-CE43C66A5C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E0FB011-98BA-4070-8A6B-5313927F52E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B3EB1EE-3FDA-46B9-AEAF-6781C1B3FD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277CC4-9204-4DC9-A85B-12513539EC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8AF77DC-7425-4666-B37F-D8B8EADC15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BFF3395-E141-4530-868A-AEB9180875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AEFC785-108C-4F4B-A33F-A075D1B24D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0ED5AC6-C7D8-4E91-BC61-74A26ABE4FA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43B2D56-4183-46AF-A052-8216BC3D75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A0CA1D0-2FA6-49AE-9ADF-805E48C47D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412d4dd22d4eef" /><Relationship Type="http://schemas.openxmlformats.org/officeDocument/2006/relationships/slideLayout" Target="/ppt/slideLayouts/slideLayout1.xml" Id="R2fa379af4e524c7d" /><Relationship Type="http://schemas.openxmlformats.org/officeDocument/2006/relationships/slideLayout" Target="/ppt/slideLayouts/slideLayout2.xml" Id="Rdbc2ceaacbc8427d" /><Relationship Type="http://schemas.openxmlformats.org/officeDocument/2006/relationships/slideLayout" Target="/ppt/slideLayouts/slideLayout3.xml" Id="R190c840327cd48ee" /><Relationship Type="http://schemas.openxmlformats.org/officeDocument/2006/relationships/slideLayout" Target="/ppt/slideLayouts/slideLayout4.xml" Id="R42314741c50e4448" /><Relationship Type="http://schemas.openxmlformats.org/officeDocument/2006/relationships/slideLayout" Target="/ppt/slideLayouts/slideLayout5.xml" Id="Rb603f925a47843f1" /><Relationship Type="http://schemas.openxmlformats.org/officeDocument/2006/relationships/slideLayout" Target="/ppt/slideLayouts/slideLayout6.xml" Id="R8feb0d44f4e849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a379af4e524c7d"/>
    <p:sldLayoutId xmlns:r="http://schemas.openxmlformats.org/officeDocument/2006/relationships" id="2147483650" r:id="Rdbc2ceaacbc8427d"/>
    <p:sldLayoutId xmlns:r="http://schemas.openxmlformats.org/officeDocument/2006/relationships" id="2147483651" r:id="R190c840327cd48ee"/>
    <p:sldLayoutId xmlns:r="http://schemas.openxmlformats.org/officeDocument/2006/relationships" id="2147483652" r:id="R42314741c50e4448"/>
    <p:sldLayoutId xmlns:r="http://schemas.openxmlformats.org/officeDocument/2006/relationships" id="2147483653" r:id="Rb603f925a47843f1"/>
    <p:sldLayoutId xmlns:r="http://schemas.openxmlformats.org/officeDocument/2006/relationships" id="2147483654" r:id="R8feb0d44f4e849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72c73b83db4430" /><Relationship Type="http://schemas.openxmlformats.org/officeDocument/2006/relationships/image" Target="/ppt/media/image.png" Id="R923f146efa73493f" /><Relationship Type="http://schemas.openxmlformats.org/officeDocument/2006/relationships/notesSlide" Target="/ppt/notesSlides/notesSlide1.xml" Id="R7f1096db7f5944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20c3abc4ea4473" /><Relationship Type="http://schemas.openxmlformats.org/officeDocument/2006/relationships/image" Target="/ppt/media/image2.png" Id="Rca32b2b713764d31" /><Relationship Type="http://schemas.openxmlformats.org/officeDocument/2006/relationships/notesSlide" Target="/ppt/notesSlides/notesSlide2.xml" Id="Rea3d2310e04b4e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9e39618be6407f" /><Relationship Type="http://schemas.openxmlformats.org/officeDocument/2006/relationships/image" Target="/ppt/media/image3.png" Id="Rc49516725c2041d9" /><Relationship Type="http://schemas.openxmlformats.org/officeDocument/2006/relationships/notesSlide" Target="/ppt/notesSlides/notesSlide3.xml" Id="Rcbd9ddef29f540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07e2247273417d" /><Relationship Type="http://schemas.openxmlformats.org/officeDocument/2006/relationships/image" Target="/ppt/media/image4.png" Id="R2c07d158a0594084" /><Relationship Type="http://schemas.openxmlformats.org/officeDocument/2006/relationships/notesSlide" Target="/ppt/notesSlides/notesSlide4.xml" Id="Ra65b5cbc12a445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ad57ea41a443f8" /><Relationship Type="http://schemas.openxmlformats.org/officeDocument/2006/relationships/image" Target="/ppt/media/image5.png" Id="R1c023a3da29d405d" /><Relationship Type="http://schemas.openxmlformats.org/officeDocument/2006/relationships/notesSlide" Target="/ppt/notesSlides/notesSlide5.xml" Id="Rb96c9f6fbf3e40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ab0db4f1414aa3" /><Relationship Type="http://schemas.openxmlformats.org/officeDocument/2006/relationships/image" Target="/ppt/media/image6.png" Id="Ra5f1d01523ce4c77" /><Relationship Type="http://schemas.openxmlformats.org/officeDocument/2006/relationships/notesSlide" Target="/ppt/notesSlides/notesSlide6.xml" Id="R23fa6c053db240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df8d8a1ff344ac" /><Relationship Type="http://schemas.openxmlformats.org/officeDocument/2006/relationships/image" Target="/ppt/media/image7.png" Id="R602a7433407c4123" /><Relationship Type="http://schemas.openxmlformats.org/officeDocument/2006/relationships/notesSlide" Target="/ppt/notesSlides/notesSlide7.xml" Id="R9d657df9e7354f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0b5313fd5940c5" /><Relationship Type="http://schemas.openxmlformats.org/officeDocument/2006/relationships/image" Target="/ppt/media/image8.png" Id="R37372e09b378489c" /><Relationship Type="http://schemas.openxmlformats.org/officeDocument/2006/relationships/notesSlide" Target="/ppt/notesSlides/notesSlide8.xml" Id="Rfd867c0ef77049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9084b14e2040c8" /><Relationship Type="http://schemas.openxmlformats.org/officeDocument/2006/relationships/image" Target="/ppt/media/image9.png" Id="R26089548b76c49a0" /><Relationship Type="http://schemas.openxmlformats.org/officeDocument/2006/relationships/notesSlide" Target="/ppt/notesSlides/notesSlide9.xml" Id="R1683e032530c402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9ea5553c184ae6" /><Relationship Type="http://schemas.openxmlformats.org/officeDocument/2006/relationships/image" Target="/ppt/media/image10.png" Id="Rd36437be1cdd4995" /><Relationship Type="http://schemas.openxmlformats.org/officeDocument/2006/relationships/notesSlide" Target="/ppt/notesSlides/notesSlide10.xml" Id="Rc712ff1664d14ee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56E6D7-4674-4B8B-BD35-844741FEC9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3f146efa73493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2420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259D04-BF79-4660-92A3-7BD987675B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32b2b713764d3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64395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1AA617-C315-486D-B62A-155F8C4B47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9516725c2041d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88409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E575FF-6DB1-4A5A-AD59-C4C28920EF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07d158a059408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35837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5C9BC-F286-4E18-A87D-16CE074618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023a3da29d405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73900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B248AF-4C5A-4FB7-941D-1512267CBE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f1d01523ce4c7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7128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DFA60D-7D85-415E-8238-87DF549302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2a7433407c412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87060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F0BB2-7DF4-478A-BB48-9BFEB8F354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372e09b378489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09886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AF1CF2-24D6-4E44-B22E-E2F27C4C28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089548b76c49a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9971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F86C64-3927-4476-9E3F-23E06DC170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6437be1cdd499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6821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2026-10-27T00:54:25.2940000Z</dcterms:created>
  <dcterms:modified xsi:type="dcterms:W3CDTF">2026-10-27T00:54:25.2940000Z</dcterms:modified>
</coreProperties>
</file>